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12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CDF5EC-D8BA-4308-4BCD-30DB549033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60EE731-4C77-D74E-F2E8-70C72376B0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270639-9A22-6D31-3DF4-785FA41B7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93AB0-472E-4084-8FAE-4049BEAE7D0D}" type="datetimeFigureOut">
              <a:rPr lang="zh-CN" altLang="en-US" smtClean="0"/>
              <a:t>2025/2/1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D1ABCD-78C0-8134-B8BD-2C4C79800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0D9DF9-8DD8-13E1-2C2A-F17288D8F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75C19-E544-4B7C-8BB5-BA8D651FAA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1737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E4CDB5-8C64-B176-1584-333CB9EB0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03F2DD-2243-6B60-150C-79A55F056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67F1E2-39E1-A0B8-1C3C-AA6DC9FD5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93AB0-472E-4084-8FAE-4049BEAE7D0D}" type="datetimeFigureOut">
              <a:rPr lang="zh-CN" altLang="en-US" smtClean="0"/>
              <a:t>2025/2/1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E35A13-D4D0-940D-7F22-E111B0024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226EAF-F198-27A3-4DBB-B1CC2B069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75C19-E544-4B7C-8BB5-BA8D651FAA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2667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A3BBA5-D160-8443-2BEF-7B1AABCC8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4CF4740-5E98-7CF4-5DB9-6A47370245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F812C1-4DC7-0143-5D99-9321A56E8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93AB0-472E-4084-8FAE-4049BEAE7D0D}" type="datetimeFigureOut">
              <a:rPr lang="zh-CN" altLang="en-US" smtClean="0"/>
              <a:t>2025/2/1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935BE3-CAD4-9829-E2EF-E130E5153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981DF0-A95E-D95E-19D9-46A410315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75C19-E544-4B7C-8BB5-BA8D651FAA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4004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2CA4D3-C3B1-C561-9684-12466015B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A55994-6849-F621-3C15-15106BB00B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BDC6D94-64AB-C3E7-9566-B4D77B3DCD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762E0A-9976-9FE1-3558-18A1DBCB1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93AB0-472E-4084-8FAE-4049BEAE7D0D}" type="datetimeFigureOut">
              <a:rPr lang="zh-CN" altLang="en-US" smtClean="0"/>
              <a:t>2025/2/1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F58A2A2-A58D-6D76-EA53-12CC8D48D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3B3BFC1-4E8B-87A3-9DD1-BCD393B13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75C19-E544-4B7C-8BB5-BA8D651FAA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4705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88A64F-86BF-60C2-4CB4-094E4A55D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4FF6A65-D3FF-194F-A247-14EBE3986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3BC56D4-9999-AE55-3917-0B809EAB16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E4582AA-790E-F17C-9F38-A222C8A548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0405D0F-703F-4667-AEE5-FC5F2097A8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0ACBF0C-BA02-02F0-9C7A-ECA6F0414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93AB0-472E-4084-8FAE-4049BEAE7D0D}" type="datetimeFigureOut">
              <a:rPr lang="zh-CN" altLang="en-US" smtClean="0"/>
              <a:t>2025/2/1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0507A8F-A7B3-4055-CA4A-C0D28349A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A0D01B8-D70D-75A9-6DE5-E5C2F9FD1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75C19-E544-4B7C-8BB5-BA8D651FAA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5650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DE0B6C-0683-504B-0953-B26E5A76D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7D77797-D6C3-6624-D44D-F0B067887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93AB0-472E-4084-8FAE-4049BEAE7D0D}" type="datetimeFigureOut">
              <a:rPr lang="zh-CN" altLang="en-US" smtClean="0"/>
              <a:t>2025/2/1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DA9A2C1-0994-1336-48E7-73F3E9B3D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AD2E8D0-F7A6-FE39-B565-E88AE4864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75C19-E544-4B7C-8BB5-BA8D651FAA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274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A56BC73-A1D9-34E1-7B05-DC1508840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93AB0-472E-4084-8FAE-4049BEAE7D0D}" type="datetimeFigureOut">
              <a:rPr lang="zh-CN" altLang="en-US" smtClean="0"/>
              <a:t>2025/2/1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7F3FC3E-1F13-848B-D1C0-EF6F5D1E7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598241-B874-921F-2AD5-2E5DAF1D8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75C19-E544-4B7C-8BB5-BA8D651FAA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2721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A0F0DC-065F-B7E5-3457-26B8E4D0D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BBE09C-F735-43C3-4563-5FDACAD7C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B6AEDDC-77BC-92EB-7757-721BD4C9A5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EAF4225-30C6-5DB1-19CD-928B63B7E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93AB0-472E-4084-8FAE-4049BEAE7D0D}" type="datetimeFigureOut">
              <a:rPr lang="zh-CN" altLang="en-US" smtClean="0"/>
              <a:t>2025/2/1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F889CBE-BFFE-524B-9282-B8EC04BC6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1088880-AAD5-B99E-50BB-68FA40942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75C19-E544-4B7C-8BB5-BA8D651FAA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3370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5A8F6A-1251-B812-8B86-863CA29DC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6A90BF7-D921-203B-E6C0-F4D50BD983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DFDDF3D-8BEB-FF11-1C9E-715FD30BD3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385413E-24DD-96CB-DE6C-3AF525591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93AB0-472E-4084-8FAE-4049BEAE7D0D}" type="datetimeFigureOut">
              <a:rPr lang="zh-CN" altLang="en-US" smtClean="0"/>
              <a:t>2025/2/1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75F0AC3-0747-E47D-F5F8-6C65702B5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C0B0E65-CB1F-BC96-E021-8BD7B841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75C19-E544-4B7C-8BB5-BA8D651FAA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6233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41505E-DF45-9BA4-AAF9-E4D2BA7CE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29CF06B-F479-6F77-3619-6181E22783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C8EDBD-4936-96E3-6574-1999F03F8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93AB0-472E-4084-8FAE-4049BEAE7D0D}" type="datetimeFigureOut">
              <a:rPr lang="zh-CN" altLang="en-US" smtClean="0"/>
              <a:t>2025/2/1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F61BCA-8EA1-04D0-B086-0DFEED999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E35017-58C1-C3F1-5C2D-E0D87ECDB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75C19-E544-4B7C-8BB5-BA8D651FAA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6725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FAB9F1E-3B7D-4EBA-39B5-18A10289B8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1D30370-33F3-9EB2-CA72-FEFAAA3968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144C36-C499-EF36-1416-6C46BD189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93AB0-472E-4084-8FAE-4049BEAE7D0D}" type="datetimeFigureOut">
              <a:rPr lang="zh-CN" altLang="en-US" smtClean="0"/>
              <a:t>2025/2/1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F4D9C0-DAEB-8C41-C667-823FF1BBF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6DD16F-E078-4A6B-61A6-D07F2430B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75C19-E544-4B7C-8BB5-BA8D651FAA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6994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0610C16-E06E-AB12-9407-899C02FF7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AF66B3D-0B2C-2A55-374B-1FD81B44A8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52AD32-09E2-6EFE-563B-43CADFCD7C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293AB0-472E-4084-8FAE-4049BEAE7D0D}" type="datetimeFigureOut">
              <a:rPr lang="zh-CN" altLang="en-US" smtClean="0"/>
              <a:t>2025/2/1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44EA69-B142-9152-E848-C641470D96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16ADDB-A85B-E7E8-0C6C-272347E8F7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375C19-E544-4B7C-8BB5-BA8D651FAA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732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C3B346AB-1F33-A5EC-FF91-630FC6DA3E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35392"/>
            <a:ext cx="1913681" cy="132240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BA7B143-FED6-FD75-BE9C-B0B9C8E14A50}"/>
              </a:ext>
            </a:extLst>
          </p:cNvPr>
          <p:cNvSpPr/>
          <p:nvPr/>
        </p:nvSpPr>
        <p:spPr>
          <a:xfrm>
            <a:off x="11192719" y="1481559"/>
            <a:ext cx="999281" cy="377624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8099D26-288D-3D1B-E00A-33576594CCDF}"/>
              </a:ext>
            </a:extLst>
          </p:cNvPr>
          <p:cNvSpPr/>
          <p:nvPr/>
        </p:nvSpPr>
        <p:spPr>
          <a:xfrm>
            <a:off x="12014522" y="2565238"/>
            <a:ext cx="177478" cy="1608881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8B1E43A5-9B1A-0269-4676-56277929EE32}"/>
              </a:ext>
            </a:extLst>
          </p:cNvPr>
          <p:cNvSpPr/>
          <p:nvPr/>
        </p:nvSpPr>
        <p:spPr>
          <a:xfrm>
            <a:off x="9479666" y="2565238"/>
            <a:ext cx="421030" cy="42103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542651B-4006-CE61-44A0-FDE8000AF57F}"/>
              </a:ext>
            </a:extLst>
          </p:cNvPr>
          <p:cNvCxnSpPr>
            <a:endCxn id="5" idx="3"/>
          </p:cNvCxnSpPr>
          <p:nvPr/>
        </p:nvCxnSpPr>
        <p:spPr>
          <a:xfrm>
            <a:off x="9690181" y="2775753"/>
            <a:ext cx="2501819" cy="593926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等腰三角形 8">
            <a:extLst>
              <a:ext uri="{FF2B5EF4-FFF2-40B4-BE49-F238E27FC236}">
                <a16:creationId xmlns:a16="http://schemas.microsoft.com/office/drawing/2014/main" id="{F4A62FC6-05A3-1768-96CE-05D379A1DD6F}"/>
              </a:ext>
            </a:extLst>
          </p:cNvPr>
          <p:cNvSpPr/>
          <p:nvPr/>
        </p:nvSpPr>
        <p:spPr>
          <a:xfrm rot="16200000">
            <a:off x="8323405" y="3738622"/>
            <a:ext cx="312516" cy="706056"/>
          </a:xfrm>
          <a:prstGeom prst="triangl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43AEC3BE-5E7E-BE34-85DE-988F6EB1FE47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8832691" y="2685327"/>
            <a:ext cx="353028" cy="140632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21432322-B1B5-923E-646F-FC02C832B89E}"/>
              </a:ext>
            </a:extLst>
          </p:cNvPr>
          <p:cNvCxnSpPr/>
          <p:nvPr/>
        </p:nvCxnSpPr>
        <p:spPr>
          <a:xfrm flipH="1" flipV="1">
            <a:off x="9185719" y="2685327"/>
            <a:ext cx="504462" cy="90426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D8E6FE8A-819A-E21D-C77B-B10DC9622C34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8832691" y="2922608"/>
            <a:ext cx="1502538" cy="11690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右大括号 17">
            <a:extLst>
              <a:ext uri="{FF2B5EF4-FFF2-40B4-BE49-F238E27FC236}">
                <a16:creationId xmlns:a16="http://schemas.microsoft.com/office/drawing/2014/main" id="{8538C04C-04DD-09E8-6289-368119903E0C}"/>
              </a:ext>
            </a:extLst>
          </p:cNvPr>
          <p:cNvSpPr/>
          <p:nvPr/>
        </p:nvSpPr>
        <p:spPr>
          <a:xfrm rot="17067117">
            <a:off x="9917967" y="2389332"/>
            <a:ext cx="277832" cy="585764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A30137E-17D1-63EB-6FE9-2E4D658290B5}"/>
              </a:ext>
            </a:extLst>
          </p:cNvPr>
          <p:cNvSpPr txBox="1"/>
          <p:nvPr/>
        </p:nvSpPr>
        <p:spPr>
          <a:xfrm>
            <a:off x="9195608" y="1625962"/>
            <a:ext cx="20127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Pre intercept 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396611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</Words>
  <Application>Microsoft Office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Zhijian Huang (student)</dc:creator>
  <cp:lastModifiedBy>Zhijian Huang (student)</cp:lastModifiedBy>
  <cp:revision>1</cp:revision>
  <dcterms:created xsi:type="dcterms:W3CDTF">2025-02-01T02:11:29Z</dcterms:created>
  <dcterms:modified xsi:type="dcterms:W3CDTF">2025-02-01T02:16:12Z</dcterms:modified>
</cp:coreProperties>
</file>